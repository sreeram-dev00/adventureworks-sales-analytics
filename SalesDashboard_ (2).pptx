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413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320040" cy="4814316"/>
          </a:xfrm>
          <a:prstGeom prst="rect">
            <a:avLst/>
          </a:prstGeom>
          <a:solidFill>
            <a:srgbClr val="1A3352"/>
          </a:solidFill>
          <a:ln w="12700">
            <a:solidFill>
              <a:srgbClr val="1A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64592"/>
            <a:ext cx="54864" cy="48143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502920"/>
            <a:ext cx="8138160" cy="41605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566928"/>
            <a:ext cx="237744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566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ADVENTURE WORKS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09728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 Project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SQL  •  Excel  •  Power BI  •  Tableau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8138160" cy="274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 |  Manoj Gowda  |  Sreeram  |  Yashwanth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 Sama  |  Vidya Hanchinal  |  Ayush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37083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E48F00"/>
          </a:solidFill>
          <a:ln w="12700">
            <a:solidFill>
              <a:srgbClr val="E4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370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MySQL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437083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4370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Excel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4760" y="437083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4370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Power BI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437083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4370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Tableau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1635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816352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Objective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542032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AdventureWorks sales data end-to-end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 using 4 industry tools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business insights from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clearly to stakeholders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1005840"/>
            <a:ext cx="281635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005840"/>
            <a:ext cx="2816352" cy="457200"/>
          </a:xfrm>
          <a:prstGeom prst="rect">
            <a:avLst/>
          </a:prstGeom>
          <a:solidFill>
            <a:srgbClr val="E48F00"/>
          </a:solidFill>
          <a:ln w="12700">
            <a:solidFill>
              <a:srgbClr val="E48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0058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🛠️  Tools Used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1554480"/>
            <a:ext cx="2542032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– Data querying &amp; backend analysis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– Pivot tables, charts &amp; basic BI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– Interactive KPI dashboards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– Visual storytelling &amp; insights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005840"/>
            <a:ext cx="281635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005840"/>
            <a:ext cx="2816352" cy="4572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0058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Outcome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18504" y="1554480"/>
            <a:ext cx="2542032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multi-tool dashboards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KPIs for business decisions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 &amp; top product insights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group project report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– AdventureWorks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AdventureWorks database simulates a bicycle manufacturing company's sales operations. It contains multiple relational tables used for end-to-end analysis.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08760"/>
            <a:ext cx="1097280" cy="1508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08760"/>
            <a:ext cx="1097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Orders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99032" y="164592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TotalAmount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90872" y="15087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508760"/>
            <a:ext cx="1097280" cy="150876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508760"/>
            <a:ext cx="1097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61304" y="164592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2004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200400"/>
            <a:ext cx="1097280" cy="1508760"/>
          </a:xfrm>
          <a:prstGeom prst="rect">
            <a:avLst/>
          </a:prstGeom>
          <a:solidFill>
            <a:srgbClr val="E48F00"/>
          </a:solidFill>
          <a:ln w="12700">
            <a:solidFill>
              <a:srgbClr val="E48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200400"/>
            <a:ext cx="1097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📦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99032" y="333756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ProductName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ListPrice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90872" y="32004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3200400"/>
            <a:ext cx="1097280" cy="15087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3200400"/>
            <a:ext cx="1097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Territory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61304" y="333756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TerritoryID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SalesGroup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48F00"/>
          </a:solidFill>
          <a:ln w="12700">
            <a:solidFill>
              <a:srgbClr val="E48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DASHBOARD – SQL Queries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686800" cy="54864"/>
          </a:xfrm>
          <a:prstGeom prst="rect">
            <a:avLst/>
          </a:prstGeom>
          <a:solidFill>
            <a:srgbClr val="E48F00"/>
          </a:solidFill>
          <a:ln w="12700">
            <a:solidFill>
              <a:srgbClr val="E48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60120"/>
            <a:ext cx="5029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60120"/>
            <a:ext cx="502920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60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Total Revenue by Category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271016"/>
            <a:ext cx="5029200" cy="1536192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44168"/>
            <a:ext cx="4736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SUM(TotalAmount) AS Revenue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Products USING(ProductID)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971800"/>
            <a:ext cx="50292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971800"/>
            <a:ext cx="502920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Monthly Sales Trend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5029200" cy="1536192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55848"/>
            <a:ext cx="4736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MONTH(OrderDate) AS Month,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SUM(TotalAmount) AS Sales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Month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Month;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960120"/>
            <a:ext cx="3017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48F00"/>
          </a:solidFill>
          <a:ln w="12700">
            <a:solidFill>
              <a:srgbClr val="E48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DASHBOARD – Query Outputs &amp; Role of SQL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686800" cy="54864"/>
          </a:xfrm>
          <a:prstGeom prst="rect">
            <a:avLst/>
          </a:prstGeom>
          <a:solidFill>
            <a:srgbClr val="E48F00"/>
          </a:solidFill>
          <a:ln w="12700">
            <a:solidFill>
              <a:srgbClr val="E48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Sample Query Output – Revenue by Category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5303520" cy="1600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$28,318,144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$9,071,502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$3,214,965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60120"/>
            <a:ext cx="2743200" cy="19933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3090672"/>
            <a:ext cx="83210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85800" y="3154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</a:rPr>
              <a:t>How SQL Helps in Backend Data Analysis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85800" y="3547872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raw data directly from relational databases with precision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multi-table JOINs and aggregations efficiently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groups, and sorts large datasets that Excel cannot manage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data foundation for Power BI and Tableau dashboards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repeatable, automated data pipelines for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EXCEL DASHBOARD – Analysis &amp; Visualizations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686800" cy="54864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493776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0584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05840"/>
            <a:ext cx="91440" cy="4572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79008" y="1024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Pivot Tables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79008" y="12252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Summarize sales by region, product, and period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23560" y="1536192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536192"/>
            <a:ext cx="91440" cy="4572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79008" y="1554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Bar &amp; Line Charts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79008" y="17556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Visualize monthly trends and comparisons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23560" y="2066544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23560" y="2066544"/>
            <a:ext cx="91440" cy="4572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79008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Slicers &amp; Filters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79008" y="2286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Interactive filtering by year, category, city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23560" y="259689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23560" y="2596896"/>
            <a:ext cx="91440" cy="4572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79008" y="26151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Conditional Format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79008" y="2816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Highlight top performers and outliers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23560" y="3127248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23560" y="3127248"/>
            <a:ext cx="91440" cy="4572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79008" y="31455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VLOOKUP / IF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779008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Formula-driven dynamic data linking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3858768"/>
            <a:ext cx="8321040" cy="621792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85876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Excel provides quick, accessible dashboards without coding — ideal for smaller datasets and business teams familiar with spreadsheets.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 BI DASHBOARD – Interactive KPI Reports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6868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493776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0584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05840"/>
            <a:ext cx="91440" cy="4572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79008" y="1024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DAX Measures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79008" y="12252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Custom KPI calculations using DAX formulas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23560" y="1536192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536192"/>
            <a:ext cx="91440" cy="4572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79008" y="1554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Interactive Filters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79008" y="17556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Slicers and cross-filtering between visuals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23560" y="2066544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23560" y="2066544"/>
            <a:ext cx="91440" cy="4572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79008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KPI Cards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79008" y="2286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Total Revenue, Orders, Avg Order Value at a glance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23560" y="259689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23560" y="2596896"/>
            <a:ext cx="91440" cy="4572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79008" y="26151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Drill-Through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79008" y="2816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Click to explore region and product details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23560" y="3127248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23560" y="3127248"/>
            <a:ext cx="91440" cy="457200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79008" y="31455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Live Refresh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779008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Auto-updates when connected to live data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3858768"/>
            <a:ext cx="8321040" cy="621792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85876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</a:rPr>
              <a:t>Power BI turns raw data into rich, interactive reports — empowering non-technical users to explore data and make decisions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TABLEAU DASHBOARD – Storytelling &amp; Advanced Visuals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68680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493776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00584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05840"/>
            <a:ext cx="9144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79008" y="1024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Story Points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79008" y="12252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Guide audience through data narratives step-by-step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23560" y="1536192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536192"/>
            <a:ext cx="9144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79008" y="1554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Map Visuals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79008" y="17556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Geographic sales distribution across regions/cities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23560" y="2066544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23560" y="2066544"/>
            <a:ext cx="9144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79008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Calculated Fields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79008" y="2286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Custom metrics built directly in Tableau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23560" y="259689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23560" y="2596896"/>
            <a:ext cx="9144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79008" y="26151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Actions &amp; Filters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79008" y="2816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Click-through interactions between worksheets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23560" y="3127248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23560" y="3127248"/>
            <a:ext cx="9144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79008" y="31455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Dashboard Layout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779008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Polished, publication-ready visual design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3858768"/>
            <a:ext cx="8321040" cy="62179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85876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Tableau excels at visual storytelling — transforming complex data into intuitive, beautiful visuals that communicate insights at a glance.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(KPIs) – What They Mean for Business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245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57200" cy="9875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01498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Total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28930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What: Sum of all sales across all orders and products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56362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</a:rPr>
              <a:t>Why it matters: Tells the client how much the business is earning — the #1 health indicator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245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960120"/>
            <a:ext cx="457200" cy="987552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96012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39512" y="101498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Monthly Sales Trend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39512" y="128930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What: Revenue plotted month-by-month over 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9512" y="156362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</a:rPr>
              <a:t>Why it matters: Reveals seasonal patterns, growth or decline, and best/worst months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057400"/>
            <a:ext cx="42245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057400"/>
            <a:ext cx="457200" cy="987552"/>
          </a:xfrm>
          <a:prstGeom prst="rect">
            <a:avLst/>
          </a:prstGeom>
          <a:solidFill>
            <a:srgbClr val="E48F00"/>
          </a:solidFill>
          <a:ln w="12700">
            <a:solidFill>
              <a:srgbClr val="E4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05740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21122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Top Products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38658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What: Products ranked by revenue or quantity sold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66090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</a:rPr>
              <a:t>Why it matters: Helps focus marketing and inventory efforts on best-selling items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2057400"/>
            <a:ext cx="42245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2057400"/>
            <a:ext cx="457200" cy="98755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05740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🌆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39512" y="21122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Sales by City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9512" y="238658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What: Geographic breakdown of revenue by city or region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9512" y="266090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</a:rPr>
              <a:t>Why it matters: Identifies strong and weak markets — guides regional strategy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154680"/>
            <a:ext cx="8686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154680"/>
            <a:ext cx="457200" cy="9875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15468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" y="32095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Repeat Customers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4838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</a:rPr>
              <a:t>What: Count of customers who placed more than one order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37581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</a:rPr>
              <a:t>Why it matters: Measures loyalty and retention — cheaper to retain than acquire new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OF DASHBOARDS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dashboards empower clients to make smarter decisions, faster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605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54480"/>
            <a:ext cx="502920" cy="502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55448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Quick Decision-Making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7568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visuals eliminate the need for manual reports — managers can act on data within seconds, not days.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1605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54480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58968" y="155448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</a:rPr>
              <a:t>Easy Understanding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07568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KPI cards simplify complex datasets so any stakeholder — even non-technical — can interpret results.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1605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173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291840"/>
            <a:ext cx="502920" cy="502920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329184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346"/>
                </a:solidFill>
              </a:rPr>
              <a:t>Identifying Trends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81304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lines, month-over-month comparisons, and heatmaps reveal patterns and opportunities before they are missed.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1605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F77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291840"/>
            <a:ext cx="502920" cy="50292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58968" y="329184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7B4"/>
                </a:solidFill>
              </a:rPr>
              <a:t>Improving Performance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81304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tracking KPIs continuously, businesses can set targets, monitor progress, and course-correct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successfully built dashboards using MySQL, Excel, Power BI, and Tableau on the AdventureWorks dataset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offered unique strengths — from SQL's data power to Tableau's visual storytelling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 like Total Revenue, Monthly Trends, and Top Products provided actionable business insights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strengthened our skills in data analytics, dashboard design, and business communication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</a:rPr>
              <a:t>Tools Mastered: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3383280"/>
            <a:ext cx="1554480" cy="475488"/>
          </a:xfrm>
          <a:prstGeom prst="rect">
            <a:avLst/>
          </a:prstGeom>
          <a:solidFill>
            <a:srgbClr val="E48F00"/>
          </a:solidFill>
          <a:ln w="12700">
            <a:solidFill>
              <a:srgbClr val="E48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3832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MySQL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3383280"/>
            <a:ext cx="1554480" cy="47548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33832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Excel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383280"/>
            <a:ext cx="1554480" cy="47548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33832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Power BI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3383280"/>
            <a:ext cx="1554480" cy="47548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33832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Tableau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Group 6  •  Sales Dashboard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893</Words>
  <Application>Microsoft Office PowerPoint</Application>
  <PresentationFormat>On-screen Show (16:9)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Project</dc:title>
  <dc:subject>PptxGenJS Presentation</dc:subject>
  <dc:creator>PptxGenJS</dc:creator>
  <cp:lastModifiedBy>sreeram K</cp:lastModifiedBy>
  <cp:revision>2</cp:revision>
  <dcterms:created xsi:type="dcterms:W3CDTF">2026-04-06T07:57:03Z</dcterms:created>
  <dcterms:modified xsi:type="dcterms:W3CDTF">2026-04-06T08:01:28Z</dcterms:modified>
</cp:coreProperties>
</file>